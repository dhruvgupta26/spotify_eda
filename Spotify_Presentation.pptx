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15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33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3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98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77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1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7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91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7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2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15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3262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05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38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92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54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4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909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6A5ACD"/>
                </a:solidFill>
              </a:defRPr>
            </a:pPr>
            <a:r>
              <a:t>Unveiling Spotify Song Popularity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An in-depth analysis of audio features, genre trends,</a:t>
            </a:r>
          </a:p>
          <a:p>
            <a:r>
              <a:t>and predictive modeling to understand song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82B4"/>
                </a:solidFill>
              </a:defRPr>
            </a:pPr>
            <a:r>
              <a:t>Data Preparation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Multiple datasets combined</a:t>
            </a:r>
          </a:p>
          <a:p>
            <a:pPr>
              <a:defRPr sz="1600"/>
            </a:pPr>
            <a:r>
              <a:t>• Verified data shape &amp; consistency</a:t>
            </a:r>
          </a:p>
          <a:p>
            <a:pPr>
              <a:defRPr sz="1600"/>
            </a:pPr>
            <a:r>
              <a:t>• Removed irrelevant columns</a:t>
            </a:r>
          </a:p>
          <a:p>
            <a:pPr>
              <a:defRPr sz="1600"/>
            </a:pPr>
            <a:r>
              <a:t>• Ensured high data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A5ACD"/>
                </a:solidFill>
              </a:defRPr>
            </a:pPr>
            <a:r>
              <a:t>Popularity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Right-skewed distribution</a:t>
            </a:r>
          </a:p>
          <a:p>
            <a:pPr>
              <a:defRPr sz="1600"/>
            </a:pPr>
            <a:r>
              <a:t>• Few songs achieve very high popularity</a:t>
            </a:r>
          </a:p>
          <a:p>
            <a:pPr>
              <a:defRPr sz="1600"/>
            </a:pPr>
            <a:r>
              <a:t>• Competitive music landscape</a:t>
            </a:r>
          </a:p>
        </p:txBody>
      </p:sp>
      <p:pic>
        <p:nvPicPr>
          <p:cNvPr id="4" name="Picture 3" descr="color_popu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8615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7F50"/>
                </a:solidFill>
              </a:defRPr>
            </a:pPr>
            <a:r>
              <a:t>Popularity Trend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Upward trend in popularity</a:t>
            </a:r>
          </a:p>
          <a:p>
            <a:pPr>
              <a:defRPr sz="1600"/>
            </a:pPr>
            <a:r>
              <a:t>• Digital streaming influence</a:t>
            </a:r>
          </a:p>
          <a:p>
            <a:pPr>
              <a:defRPr sz="1600"/>
            </a:pPr>
            <a:r>
              <a:t>• Changing listener behavior</a:t>
            </a:r>
          </a:p>
        </p:txBody>
      </p:sp>
      <p:pic>
        <p:nvPicPr>
          <p:cNvPr id="4" name="Picture 3" descr="colo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910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E8B57"/>
                </a:solidFill>
              </a:defRPr>
            </a:pPr>
            <a:r>
              <a:t>Audio Feature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Energy &amp; danceability positively correlated</a:t>
            </a:r>
          </a:p>
          <a:p>
            <a:pPr>
              <a:defRPr sz="1600"/>
            </a:pPr>
            <a:r>
              <a:t>• No single dominant feature</a:t>
            </a:r>
          </a:p>
          <a:p>
            <a:pPr>
              <a:defRPr sz="1600"/>
            </a:pPr>
            <a:r>
              <a:t>• Multiple factors drive popularity</a:t>
            </a:r>
          </a:p>
        </p:txBody>
      </p:sp>
      <p:pic>
        <p:nvPicPr>
          <p:cNvPr id="4" name="Picture 3" descr="colo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4533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A2BE2"/>
                </a:solidFill>
              </a:defRPr>
            </a:pPr>
            <a:r>
              <a:t>Energy vs Danceability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Strong positive relationship</a:t>
            </a:r>
          </a:p>
          <a:p>
            <a:pPr>
              <a:defRPr sz="1600"/>
            </a:pPr>
            <a:r>
              <a:t>• Energetic tracks are more danceable</a:t>
            </a:r>
          </a:p>
          <a:p>
            <a:pPr>
              <a:defRPr sz="1600"/>
            </a:pPr>
            <a:r>
              <a:t>• Aligns with modern music trends</a:t>
            </a:r>
          </a:p>
        </p:txBody>
      </p:sp>
      <p:pic>
        <p:nvPicPr>
          <p:cNvPr id="4" name="Picture 3" descr="colo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882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DC143C"/>
                </a:solidFill>
              </a:defRPr>
            </a:pPr>
            <a:r>
              <a:t>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Linear Regression &amp; Tree models</a:t>
            </a:r>
          </a:p>
          <a:p>
            <a:pPr>
              <a:defRPr sz="1600"/>
            </a:pPr>
            <a:r>
              <a:t>• Random Forest performed best</a:t>
            </a:r>
          </a:p>
          <a:p>
            <a:pPr>
              <a:defRPr sz="1600"/>
            </a:pPr>
            <a:r>
              <a:t>• Popularity partially predictable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8C00"/>
                </a:solidFill>
              </a:defRPr>
            </a:pPr>
            <a:r>
              <a:t>Key Insights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Danceability &amp; energy drive success</a:t>
            </a:r>
          </a:p>
          <a:p>
            <a:pPr>
              <a:defRPr sz="1600"/>
            </a:pPr>
            <a:r>
              <a:t>• Useful for artists &amp; platforms</a:t>
            </a:r>
          </a:p>
          <a:p>
            <a:pPr>
              <a:defRPr sz="1600"/>
            </a:pPr>
            <a:r>
              <a:t>• Data-driven music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83D8B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Popularity influenced by multiple factors</a:t>
            </a:r>
          </a:p>
          <a:p>
            <a:pPr>
              <a:defRPr sz="1600"/>
            </a:pPr>
            <a:r>
              <a:t>• ML provides strong insights</a:t>
            </a:r>
          </a:p>
          <a:p>
            <a:pPr>
              <a:defRPr sz="1600"/>
            </a:pPr>
            <a:r>
              <a:t>• Scope for advanced analytics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169</Words>
  <Application>Microsoft Office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Unveiling Spotify Song Popularity</vt:lpstr>
      <vt:lpstr>Data Preparation &amp; Cleaning</vt:lpstr>
      <vt:lpstr>Popularity Distribution</vt:lpstr>
      <vt:lpstr>Popularity Trend Over Time</vt:lpstr>
      <vt:lpstr>Audio Feature Relationships</vt:lpstr>
      <vt:lpstr>Energy vs Danceability</vt:lpstr>
      <vt:lpstr>Predictive Modeling</vt:lpstr>
      <vt:lpstr>Key Insights &amp;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Dhruv Gupta</cp:lastModifiedBy>
  <cp:revision>2</cp:revision>
  <dcterms:created xsi:type="dcterms:W3CDTF">2013-01-27T09:14:16Z</dcterms:created>
  <dcterms:modified xsi:type="dcterms:W3CDTF">2026-01-28T19:25:25Z</dcterms:modified>
  <cp:category/>
</cp:coreProperties>
</file>